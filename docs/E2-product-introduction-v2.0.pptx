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  <p:sldMasterId id="2147483662" r:id="rId10"/>
  </p:sldMasterIdLst>
  <p:notesMasterIdLst>
    <p:notesMasterId r:id="rId6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Masters/slideMaster4.xml" Type="http://schemas.openxmlformats.org/officeDocument/2006/relationships/slideMaster"/><Relationship Id="rId11" Target="slides/slide1.xml" Type="http://schemas.openxmlformats.org/officeDocument/2006/relationships/slide"/><Relationship Id="rId12" Target="slides/slide2.xml" Type="http://schemas.openxmlformats.org/officeDocument/2006/relationships/slide"/><Relationship Id="rId13" Target="slides/slide3.xml" Type="http://schemas.openxmlformats.org/officeDocument/2006/relationships/slide"/><Relationship Id="rId14" Target="slides/slide4.xml" Type="http://schemas.openxmlformats.org/officeDocument/2006/relationships/slide"/><Relationship Id="rId15" Target="slides/slide5.xml" Type="http://schemas.openxmlformats.org/officeDocument/2006/relationships/slide"/><Relationship Id="rId16" Target="slides/slide6.xml" Type="http://schemas.openxmlformats.org/officeDocument/2006/relationships/slide"/><Relationship Id="rId17" Target="slides/slide7.xml" Type="http://schemas.openxmlformats.org/officeDocument/2006/relationships/slide"/><Relationship Id="rId18" Target="slides/slide8.xml" Type="http://schemas.openxmlformats.org/officeDocument/2006/relationships/slide"/><Relationship Id="rId19" Target="notesSlides/notesSlide1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Masters/slideMaster3.xml" Type="http://schemas.openxmlformats.org/officeDocument/2006/relationships/slide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Autofit/>
          </a:bodyPr>
          <a:lstStyle>
            <a:lvl1pPr algn="l">
              <a:lnSpc>
                <a:spcPct val="100000"/>
              </a:lnSpc>
              <a:defRPr sz="14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4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68575" rIns="68575" tIns="34275" bIns="34275">
            <a:normAutofit lnSpcReduction="0"/>
          </a:bodyPr>
          <a:lstStyle>
            <a:lvl1pPr algn="ctr">
              <a:lnSpc>
                <a:spcPct val="91666"/>
              </a:lnSpc>
              <a:defRPr sz="45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91666"/>
              </a:lnSpc>
            </a:pPr>
            <a:r>
              <a:rPr lang="en-US" b="false" i="false" strike="noStrike" u="none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ctr">
              <a:lnSpc>
                <a:spcPct val="91666"/>
              </a:lnSpc>
              <a:defRPr sz="18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457200" indent="-36195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subtitle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6" id="6"/>
          <p:cNvSpPr/>
          <p:nvPr>
            <p:ph idx="10" type="body" sz="quarter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" type="body" sz="quarter" hasCustomPrompt="true"/>
          </p:nvPr>
        </p:nvSpPr>
        <p:spPr>
          <a:xfrm rot="0" flipH="false" flipV="false"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12" type="body" sz="quarter" hasCustomPrompt="true"/>
          </p:nvPr>
        </p:nvSpPr>
        <p:spPr>
          <a:xfrm rot="0" flipH="false" flipV="false"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175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4" id="4"/>
          <p:cNvSpPr/>
          <p:nvPr>
            <p:ph idx="13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5" id="5"/>
          <p:cNvSpPr/>
          <p:nvPr>
            <p:ph idx="14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6" id="6"/>
          <p:cNvSpPr/>
          <p:nvPr>
            <p:ph idx="15" type="body" sz="quarter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6" type="body" sz="quarter" hasCustomPrompt="true"/>
          </p:nvPr>
        </p:nvSpPr>
        <p:spPr>
          <a:xfrm rot="0" flipH="false" flipV="false"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45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4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17" type="body" sz="quarter" hasCustomPrompt="true"/>
          </p:nvPr>
        </p:nvSpPr>
        <p:spPr>
          <a:xfrm rot="0" flipH="false" flipV="false"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18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2286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4" id="4"/>
          <p:cNvSpPr/>
          <p:nvPr>
            <p:ph idx="18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5" id="5"/>
          <p:cNvSpPr/>
          <p:nvPr>
            <p:ph idx="19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6" id="6"/>
          <p:cNvSpPr/>
          <p:nvPr>
            <p:ph idx="20" type="body" sz="quarter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175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175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5" id="5"/>
          <p:cNvSpPr/>
          <p:nvPr>
            <p:ph idx="24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6" id="6"/>
          <p:cNvSpPr/>
          <p:nvPr>
            <p:ph idx="25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7" id="7"/>
          <p:cNvSpPr/>
          <p:nvPr>
            <p:ph idx="26" type="body" sz="quarter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body" sz="quarter" hasCustomPrompt="true"/>
          </p:nvPr>
        </p:nvSpPr>
        <p:spPr>
          <a:xfrm rot="0" flipH="false" flipV="false"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18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228600">
              <a:lnSpc>
                <a:spcPct val="91666"/>
              </a:lnSpc>
              <a:spcBef>
                <a:spcPts val="800"/>
              </a:spcBef>
            </a:pPr>
            <a:r>
              <a:rPr lang="en-US" b="tru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4" id="4"/>
          <p:cNvSpPr/>
          <p:nvPr>
            <p:ph idx="29" type="body" sz="quarter" hasCustomPrompt="true"/>
          </p:nvPr>
        </p:nvSpPr>
        <p:spPr>
          <a:xfrm rot="0" flipH="false" flipV="false"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175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5" id="5"/>
          <p:cNvSpPr/>
          <p:nvPr>
            <p:ph idx="30" type="body" sz="quarter" hasCustomPrompt="true"/>
          </p:nvPr>
        </p:nvSpPr>
        <p:spPr>
          <a:xfrm rot="0" flipH="false" flipV="false"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18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228600">
              <a:lnSpc>
                <a:spcPct val="91666"/>
              </a:lnSpc>
              <a:spcBef>
                <a:spcPts val="800"/>
              </a:spcBef>
            </a:pPr>
            <a:r>
              <a:rPr lang="en-US" b="tru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6" id="6"/>
          <p:cNvSpPr/>
          <p:nvPr>
            <p:ph idx="31" type="body" sz="quarter" hasCustomPrompt="true"/>
          </p:nvPr>
        </p:nvSpPr>
        <p:spPr>
          <a:xfrm rot="0" flipH="false" flipV="false"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175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7" id="7"/>
          <p:cNvSpPr/>
          <p:nvPr>
            <p:ph idx="32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8" id="8"/>
          <p:cNvSpPr/>
          <p:nvPr>
            <p:ph idx="33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9" id="9"/>
          <p:cNvSpPr/>
          <p:nvPr>
            <p:ph idx="34" type="body" sz="quarter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5" type="body" sz="quarter" hasCustomPrompt="true"/>
          </p:nvPr>
        </p:nvSpPr>
        <p:spPr>
          <a:xfrm rot="0" flipH="false" flipV="false"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36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4" id="4"/>
          <p:cNvSpPr/>
          <p:nvPr>
            <p:ph idx="37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5" id="5"/>
          <p:cNvSpPr/>
          <p:nvPr>
            <p:ph idx="38" type="body" sz="quarter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9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3" id="3"/>
          <p:cNvSpPr/>
          <p:nvPr>
            <p:ph idx="40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4" id="4"/>
          <p:cNvSpPr/>
          <p:nvPr>
            <p:ph idx="41" type="body" sz="quarter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2" type="body" sz="quarter" hasCustomPrompt="true"/>
          </p:nvPr>
        </p:nvSpPr>
        <p:spPr>
          <a:xfrm rot="0" flipH="false" flipV="false"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4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43" type="body" sz="quarter" hasCustomPrompt="true"/>
          </p:nvPr>
        </p:nvSpPr>
        <p:spPr>
          <a:xfrm rot="0" flipH="false" flipV="false"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810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4" id="4"/>
          <p:cNvSpPr/>
          <p:nvPr>
            <p:ph idx="44" type="body" sz="quarter" hasCustomPrompt="true"/>
          </p:nvPr>
        </p:nvSpPr>
        <p:spPr>
          <a:xfrm rot="0" flipH="false" flipV="false"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2286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5" id="5"/>
          <p:cNvSpPr/>
          <p:nvPr>
            <p:ph idx="45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6" id="6"/>
          <p:cNvSpPr/>
          <p:nvPr>
            <p:ph idx="46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7" id="7"/>
          <p:cNvSpPr/>
          <p:nvPr>
            <p:ph idx="47" type="body" sz="quarter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8" type="body" sz="quarter" hasCustomPrompt="true"/>
          </p:nvPr>
        </p:nvSpPr>
        <p:spPr>
          <a:xfrm rot="0" flipH="false" flipV="false"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4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49" type="pic" sz="quarter"/>
          </p:nvPr>
        </p:nvSpPr>
        <p:spPr>
          <a:xfrm rot="0" flipH="false" flipV="false"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50" type="body" sz="quarter" hasCustomPrompt="true"/>
          </p:nvPr>
        </p:nvSpPr>
        <p:spPr>
          <a:xfrm rot="0" flipH="false" flipV="false"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12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2286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5" id="5"/>
          <p:cNvSpPr/>
          <p:nvPr>
            <p:ph idx="51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6" id="6"/>
          <p:cNvSpPr/>
          <p:nvPr>
            <p:ph idx="52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7" id="7"/>
          <p:cNvSpPr/>
          <p:nvPr>
            <p:ph idx="53" type="body" sz="quarter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4" type="body" sz="quarter" hasCustomPrompt="true"/>
          </p:nvPr>
        </p:nvSpPr>
        <p:spPr>
          <a:xfrm rot="0" flipH="false" flipV="false"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55" type="body" sz="quarter" hasCustomPrompt="true"/>
          </p:nvPr>
        </p:nvSpPr>
        <p:spPr>
          <a:xfrm rot="5400000" flipH="false" flipV="false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175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4" id="4"/>
          <p:cNvSpPr/>
          <p:nvPr>
            <p:ph idx="56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5" id="5"/>
          <p:cNvSpPr/>
          <p:nvPr>
            <p:ph idx="57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6" id="6"/>
          <p:cNvSpPr/>
          <p:nvPr>
            <p:ph idx="58" type="body" sz="quarter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9" type="body" sz="quarter" hasCustomPrompt="true"/>
          </p:nvPr>
        </p:nvSpPr>
        <p:spPr>
          <a:xfrm rot="5400000" flipH="false" flipV="false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3300" b="tru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name="AutoShape 3" id="3"/>
          <p:cNvSpPr/>
          <p:nvPr>
            <p:ph idx="60" type="body" sz="quarter" hasCustomPrompt="true"/>
          </p:nvPr>
        </p:nvSpPr>
        <p:spPr>
          <a:xfrm rot="5400000" flipH="false" flipV="false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68575" rIns="68575" tIns="34275" bIns="34275">
            <a:normAutofit lnSpcReduction="0"/>
          </a:bodyPr>
          <a:lstStyle>
            <a:lvl1pPr algn="l">
              <a:lnSpc>
                <a:spcPct val="91666"/>
              </a:lnSpc>
              <a:defRPr sz="21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457200" indent="-317500">
              <a:lnSpc>
                <a:spcPct val="91666"/>
              </a:lnSpc>
              <a:spcBef>
                <a:spcPts val="800"/>
              </a:spcBef>
            </a:pPr>
            <a:r>
              <a:rPr lang="en-US" b="false" i="false" strike="noStrike" u="non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name="AutoShape 4" id="4"/>
          <p:cNvSpPr/>
          <p:nvPr>
            <p:ph idx="61" type="body" sz="quarter" hasCustomPrompt="true"/>
          </p:nvPr>
        </p:nvSpPr>
        <p:spPr>
          <a:xfrm rot="0" flipH="false" flipV="false"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l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name="AutoShape 5" id="5"/>
          <p:cNvSpPr/>
          <p:nvPr>
            <p:ph idx="62" type="body" sz="quarter" hasCustomPrompt="true"/>
          </p:nvPr>
        </p:nvSpPr>
        <p:spPr>
          <a:xfrm rot="0" flipH="false" flipV="false"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ctr">
              <a:lnSpc>
                <a:spcPct val="100000"/>
              </a:lnSpc>
              <a:defRPr sz="9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name="AutoShape 6" id="6"/>
          <p:cNvSpPr/>
          <p:nvPr>
            <p:ph idx="63" type="body" sz="quarter"/>
          </p:nvPr>
        </p:nvSpPr>
        <p:spPr>
          <a:xfrm rot="0" flipH="false" flipV="false"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68575" rIns="68575" tIns="34275" bIns="34275">
            <a:noAutofit/>
          </a:bodyPr>
          <a:lstStyle>
            <a:lvl1pPr algn="r">
              <a:lnSpc>
                <a:spcPct val="100000"/>
              </a:lnSpc>
              <a:defRPr sz="900" b="false" i="false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20.xml" Type="http://schemas.openxmlformats.org/officeDocument/2006/relationships/slideLayout"/><Relationship Id="rId11" Target="../slideLayouts/slideLayout21.xml" Type="http://schemas.openxmlformats.org/officeDocument/2006/relationships/slideLayout"/><Relationship Id="rId12" Target="../slideLayouts/slideLayout22.xml" Type="http://schemas.openxmlformats.org/officeDocument/2006/relationships/slideLayout"/><Relationship Id="rId2" Target="../slideLayouts/slideLayout12.xml" Type="http://schemas.openxmlformats.org/officeDocument/2006/relationships/slideLayout"/><Relationship Id="rId3" Target="../slideLayouts/slideLayout13.xml" Type="http://schemas.openxmlformats.org/officeDocument/2006/relationships/slideLayout"/><Relationship Id="rId4" Target="../slideLayouts/slideLayout14.xml" Type="http://schemas.openxmlformats.org/officeDocument/2006/relationships/slideLayout"/><Relationship Id="rId5" Target="../slideLayouts/slideLayout15.xml" Type="http://schemas.openxmlformats.org/officeDocument/2006/relationships/slideLayout"/><Relationship Id="rId6" Target="../slideLayouts/slideLayout16.xml" Type="http://schemas.openxmlformats.org/officeDocument/2006/relationships/slideLayout"/><Relationship Id="rId7" Target="../slideLayouts/slideLayout17.xml" Type="http://schemas.openxmlformats.org/officeDocument/2006/relationships/slideLayout"/><Relationship Id="rId8" Target="../slideLayouts/slideLayout18.xml" Type="http://schemas.openxmlformats.org/officeDocument/2006/relationships/slideLayout"/><Relationship Id="rId9" Target="../slideLayouts/slideLayout19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2" Target="../slideLayouts/slideLayout23.xml" Type="http://schemas.openxmlformats.org/officeDocument/2006/relationships/slideLayout"/></Relationships>
</file>

<file path=ppt/slideMasters/_rels/slideMaster4.xml.rels><?xml version="1.0" encoding="UTF-8" standalone="yes"?><Relationships xmlns="http://schemas.openxmlformats.org/package/2006/relationships"><Relationship Id="rId1" Target="../theme/theme5.xml" Type="http://schemas.openxmlformats.org/officeDocument/2006/relationships/theme"/><Relationship Id="rId2" Target="../slideLayouts/slideLayout24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主题​​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  <p:sldLayoutId id="2157483700" r:id="rId3"/>
    <p:sldLayoutId id="2157483701" r:id="rId4"/>
    <p:sldLayoutId id="2157483702" r:id="rId5"/>
    <p:sldLayoutId id="2157483703" r:id="rId6"/>
    <p:sldLayoutId id="2157483704" r:id="rId7"/>
    <p:sldLayoutId id="2157483705" r:id="rId8"/>
    <p:sldLayoutId id="2157483706" r:id="rId9"/>
    <p:sldLayoutId id="2157483707" r:id="rId10"/>
    <p:sldLayoutId id="2157483708" r:id="rId11"/>
    <p:sldLayoutId id="215748370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1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1_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71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Relationship Id="rId2" Target="../media/image2.png" Type="http://schemas.openxmlformats.org/officeDocument/2006/relationships/image"/><Relationship Id="rId3" Target="../media/image1.sv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Relationship Id="rId2" Target="../media/image4.png" Type="http://schemas.openxmlformats.org/officeDocument/2006/relationships/image"/><Relationship Id="rId3" Target="../media/image3.svg" Type="http://schemas.openxmlformats.org/officeDocument/2006/relationships/image"/><Relationship Id="rId4" Target="https://lcn81wdbgn2x.feishu.cn/drive/folder/C3xDfKfsklFaWdd7HJPcIyfMnKd?fromShareWithMeNew=1" TargetMode="External" Type="http://schemas.openxmlformats.org/officeDocument/2006/relationships/hyperlink"/><Relationship Id="rId5" Target="../media/image6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7.svg" Type="http://schemas.openxmlformats.org/officeDocument/2006/relationships/image"/><Relationship Id="rId9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24.xml" Type="http://schemas.openxmlformats.org/officeDocument/2006/relationships/slideLayout"/><Relationship Id="rId2" Target="../media/image4.png" Type="http://schemas.openxmlformats.org/officeDocument/2006/relationships/image"/><Relationship Id="rId3" Target="../media/image3.svg" Type="http://schemas.openxmlformats.org/officeDocument/2006/relationships/image"/><Relationship Id="rId4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12.png" Type="http://schemas.openxmlformats.org/officeDocument/2006/relationships/image"/><Relationship Id="rId3" Target="../media/image11.svg" Type="http://schemas.openxmlformats.org/officeDocument/2006/relationships/image"/><Relationship Id="rId4" Target="../media/image14.png" Type="http://schemas.openxmlformats.org/officeDocument/2006/relationships/image"/><Relationship Id="rId5" Target="../media/image13.svg" Type="http://schemas.openxmlformats.org/officeDocument/2006/relationships/image"/><Relationship Id="rId6" Target="../media/image16.png" Type="http://schemas.openxmlformats.org/officeDocument/2006/relationships/image"/><Relationship Id="rId7" Target="../media/image15.sv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Relationship Id="rId2" Target="../media/image19.png" Type="http://schemas.openxmlformats.org/officeDocument/2006/relationships/image"/><Relationship Id="rId3" Target="https://lcn81wdbgn2x.feishu.cn/file/Y752bcaDpoaubuxnCoQc7fNynt0" TargetMode="External" Type="http://schemas.openxmlformats.org/officeDocument/2006/relationships/hyperlink"/><Relationship Id="rId4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Relationship Id="rId2" Target="../media/image21.png" Type="http://schemas.openxmlformats.org/officeDocument/2006/relationships/image"/><Relationship Id="rId3" Target="../media/image20.svg" Type="http://schemas.openxmlformats.org/officeDocument/2006/relationships/image"/><Relationship Id="rId4" Target="../media/image22.jpeg" Type="http://schemas.openxmlformats.org/officeDocument/2006/relationships/image"/><Relationship Id="rId5" Target="../media/image23.png" Type="http://schemas.openxmlformats.org/officeDocument/2006/relationships/image"/><Relationship Id="rId6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23.xml" Type="http://schemas.openxmlformats.org/officeDocument/2006/relationships/slideLayout"/><Relationship Id="rId2" Target="../media/image24.png" Type="http://schemas.openxmlformats.org/officeDocument/2006/relationships/image"/><Relationship Id="rId3" Target="../media/image21.png" Type="http://schemas.openxmlformats.org/officeDocument/2006/relationships/image"/><Relationship Id="rId4" Target="../media/image20.svg" Type="http://schemas.openxmlformats.org/officeDocument/2006/relationships/image"/><Relationship Id="rId5" Target="../notesSlides/notesSlide8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192F">
                <a:alpha val="100000"/>
              </a:srgbClr>
            </a:gs>
            <a:gs pos="100000">
              <a:srgbClr val="172A45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270000" y="-1270000"/>
            <a:ext cx="5080000" cy="50800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 cmpd="sng" cap="flat">
            <a:solidFill>
              <a:srgbClr val="1CA3D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0" y="3810000"/>
            <a:ext cx="6350000" cy="6350000"/>
          </a:xfrm>
          <a:prstGeom prst="ellipse">
            <a:avLst/>
          </a:prstGeom>
          <a:solidFill>
            <a:srgbClr val="818CF8">
              <a:alpha val="10000"/>
            </a:srgbClr>
          </a:solidFill>
          <a:ln w="12700" cmpd="sng" cap="flat">
            <a:solidFill>
              <a:srgbClr val="5D69D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12700" cmpd="sng" cap="flat">
            <a:solidFill>
              <a:srgbClr val="E6CFCF">
                <a:alpha val="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579" flipH="false" flipV="false">
            <a:off x="3" y="-6350"/>
            <a:ext cx="1219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76200" cmpd="sng" cap="flat">
            <a:solidFill>
              <a:srgbClr val="38BDF8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588000" y="2032000"/>
            <a:ext cx="1016000" cy="1016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381000" y="3429000"/>
            <a:ext cx="1143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朗慧E2数据采集介绍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1459" flipH="false" flipV="false">
            <a:off x="4191011" y="50736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35000" y="5461000"/>
            <a:ext cx="1092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800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构建全场景、高并发、低延迟的智能数据感知网络，为智慧生态提供精准底层支撑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下载链接与文件清单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06" flipH="false" flipV="false">
            <a:off x="508004" y="1009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508000" y="1270000"/>
            <a:ext cx="11176000" cy="1143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mpd="sng" cap="flat">
            <a:solidFill>
              <a:srgbClr val="1F67DD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270000"/>
            <a:ext cx="76200" cy="1143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25500" y="15240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1397000"/>
            <a:ext cx="10033000" cy="91249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主下载地址：</a:t>
            </a:r>
            <a:r>
              <a:rPr lang="en-US" b="true" i="false" strike="noStrike" u="none" sz="1600">
                <a:solidFill>
                  <a:srgbClr val="4472C4"/>
                </a:solidFill>
                <a:latin typeface="Noto Sans SC"/>
                <a:ea typeface="Noto Sans SC"/>
                <a:cs typeface="Noto Sans SC"/>
                <a:sym typeface="Noto Sans SC"/>
                <a:hlinkClick r:id="rId4" tooltip="https://lcn81wdbgn2x.feishu.cn/drive/folder/C3xDfKfsklFaWdd7HJPcIyfMnKd?fromShareWithMeNew=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https://lcn81wdbgn2x.feishu.cn/drive/folder/C3xDfKfsklFaWdd7HJPcIyfMnKd?fromShareWithMeNew=1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" y="2794000"/>
            <a:ext cx="5524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98500" y="2984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270000" y="29210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E2设备系统ROM包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8488" flipH="false" flipV="false">
            <a:off x="698508" y="3486150"/>
            <a:ext cx="514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98500" y="3619500"/>
            <a:ext cx="5143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包含完整</a:t>
            </a:r>
            <a:r>
              <a:rPr lang="en-US" b="false" i="false" strike="noStrike" u="none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SgsUpgradeSD.bin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系统升级包，通过SD卡刷机升级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08000" y="4699000"/>
            <a:ext cx="5524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98500" y="4889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270000" y="48260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手机端遥控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8488" flipH="false" flipV="false">
            <a:off x="698508" y="5327650"/>
            <a:ext cx="5143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3F4F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98500" y="5397500"/>
            <a:ext cx="5143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提供手机端遥控E2设备</a:t>
            </a:r>
            <a:r>
              <a:rPr lang="en-US" b="false" i="false" strike="noStrike" u="none" sz="13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手机应用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，无需电脑即可通过手机查看设备画面与简易操作。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按键说明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06" flipH="false" flipV="false">
            <a:off x="508004" y="1136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4759325" y="4344670"/>
            <a:ext cx="7345045" cy="2286000"/>
          </a:xfrm>
          <a:prstGeom prst="roundRect">
            <a:avLst>
              <a:gd name="adj" fmla="val 50000"/>
            </a:avLst>
          </a:prstGeom>
          <a:solidFill>
            <a:srgbClr val="F3F4F6">
              <a:alpha val="8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959985" y="4485005"/>
            <a:ext cx="6773545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录制操作流程   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5371" flipH="false" flipV="false">
            <a:off x="3732535" y="4986655"/>
            <a:ext cx="812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5043805" y="5183505"/>
            <a:ext cx="3150235" cy="113538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启动录制：长按3秒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设备上的确认键（如左图红圈标识处）开始录制。系统提示语音目前仅支持中文，确保指令识别准确性。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5363814" flipH="false" flipV="false">
            <a:off x="7066280" y="5780438"/>
            <a:ext cx="120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8876665" y="5184140"/>
            <a:ext cx="2856865" cy="120586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终止录制：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再次</a:t>
            </a: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长按3秒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确认键结束录制。数据将被自动封装保存，无需手动干预。过程中请保持设备稳定，避免数据异常。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330825" y="1270000"/>
            <a:ext cx="6773545" cy="22860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457825" y="1397000"/>
            <a:ext cx="800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电源键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0" flipH="false" flipV="false">
            <a:off x="5457825" y="1904999"/>
            <a:ext cx="6465603" cy="1593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5457825" y="2095500"/>
            <a:ext cx="315087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开机：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长安power键3秒开机，观察指示灯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常亮则成功开启</a:t>
            </a:r>
          </a:p>
        </p:txBody>
      </p:sp>
      <p:cxnSp>
        <p:nvCxnSpPr>
          <p:cNvPr name="Connector 14" id="14"/>
          <p:cNvCxnSpPr/>
          <p:nvPr/>
        </p:nvCxnSpPr>
        <p:spPr>
          <a:xfrm rot="5363814" flipH="false" flipV="false">
            <a:off x="8240395" y="2743868"/>
            <a:ext cx="120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9150985" y="2095500"/>
            <a:ext cx="2582545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关机：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开机情况下，长安7秒关机，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指示灯熄灭则关机成功；卡死情况</a:t>
            </a:r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下拔出USB线长按20秒强制关机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323215" y="1512570"/>
            <a:ext cx="4467225" cy="190055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508000" y="4551045"/>
            <a:ext cx="3853815" cy="190055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采集数据导出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06" flipH="false" flipV="false">
            <a:off x="508004" y="96774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343535" y="4044315"/>
            <a:ext cx="11176635" cy="916305"/>
          </a:xfrm>
          <a:prstGeom prst="roundRect">
            <a:avLst>
              <a:gd name="adj" fmla="val 0"/>
            </a:avLst>
          </a:prstGeom>
          <a:solidFill>
            <a:srgbClr val="EFF6FF">
              <a:alpha val="8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34670" y="3854450"/>
            <a:ext cx="10346055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存储位置与导出路径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拔出SD卡，使用读卡器获取采集数据；</a:t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SD卡存储根目录：/customer/sd/20260709_152927（时间戳为录制时间）</a:t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注：请在关机后拔卡，否则可能导致数据丢失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5715000"/>
            <a:ext cx="11176000" cy="889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12700" cmpd="sng" cap="flat">
            <a:solidFill>
              <a:srgbClr val="FB923C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5880100"/>
            <a:ext cx="508000" cy="508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397000" y="5778500"/>
            <a:ext cx="1003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播放兼容性说明：</a:t>
            </a:r>
            <a:r>
              <a:rPr lang="en-US" b="false" i="false" strike="noStrike" u="none" sz="1300">
                <a:solidFill>
                  <a:srgbClr val="431407"/>
                </a:solidFill>
                <a:latin typeface="Noto Sans SC"/>
                <a:ea typeface="Noto Sans SC"/>
                <a:cs typeface="Noto Sans SC"/>
                <a:sym typeface="Noto Sans SC"/>
              </a:rPr>
              <a:t>采集视频采用 HVC1 (HEVC) 高效编码，Windows 默认播放器不支持解码。建议使用 PotPlayer、VLC 等专业播放器打开，以获得最佳播放体验。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手机APP使用说明（开发迭代中）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06" flipH="false" flipV="false">
            <a:off x="508004" y="1136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EE0E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444500" y="1270000"/>
            <a:ext cx="3632200" cy="1651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mpd="sng" cap="flat">
            <a:solidFill>
              <a:srgbClr val="1F67DD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44500" y="1270000"/>
            <a:ext cx="76200" cy="1651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1460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206500" y="1422400"/>
            <a:ext cx="266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01. 设备准备与启动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3750" flipH="false" flipV="false">
            <a:off x="698513" y="2025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B82F6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98500" y="2159000"/>
            <a:ext cx="3251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B66"/>
                </a:solidFill>
                <a:latin typeface="Noto Sans SC"/>
                <a:ea typeface="Noto Sans SC"/>
                <a:cs typeface="Noto Sans SC"/>
                <a:sym typeface="Noto Sans SC"/>
              </a:rPr>
              <a:t>确认头环设备已安装最新应用固件，并确保设备处于开机状态，指示灯显示正常运行模式。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" y="3035300"/>
            <a:ext cx="3632200" cy="1651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mpd="sng" cap="flat">
            <a:solidFill>
              <a:srgbClr val="00A06B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" y="3035300"/>
            <a:ext cx="76200" cy="1651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98500" y="32258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206500" y="3187700"/>
            <a:ext cx="266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02. APP连接与配网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3750" flipH="false" flipV="false">
            <a:off x="698513" y="37909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698500" y="3924300"/>
            <a:ext cx="3251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B66"/>
                </a:solidFill>
                <a:latin typeface="Noto Sans SC"/>
                <a:ea typeface="Noto Sans SC"/>
                <a:cs typeface="Noto Sans SC"/>
                <a:sym typeface="Noto Sans SC"/>
              </a:rPr>
              <a:t>打开手机端Ego Version，点击“扫描设备”，在WiFi配置界面输入网络信息，完成设备配网与连接配对。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44500" y="4800600"/>
            <a:ext cx="3632200" cy="1651000"/>
          </a:xfrm>
          <a:prstGeom prst="roundRect">
            <a:avLst>
              <a:gd name="adj" fmla="val 0"/>
            </a:avLst>
          </a:prstGeom>
          <a:solidFill>
            <a:srgbClr val="F59E0B">
              <a:alpha val="8000"/>
            </a:srgbClr>
          </a:solidFill>
          <a:ln w="12700" cmpd="sng" cap="flat">
            <a:solidFill>
              <a:srgbClr val="DC8A00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44500" y="4800600"/>
            <a:ext cx="76200" cy="1651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98500" y="49911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206500" y="4953000"/>
            <a:ext cx="266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03. 局域网预览与操控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3750" flipH="false" flipV="false">
            <a:off x="698513" y="55562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59E0B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698500" y="5689600"/>
            <a:ext cx="3251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B66"/>
                </a:solidFill>
                <a:latin typeface="Noto Sans SC"/>
                <a:ea typeface="Noto Sans SC"/>
                <a:cs typeface="Noto Sans SC"/>
                <a:sym typeface="Noto Sans SC"/>
              </a:rPr>
              <a:t>确保手机与头环设备处于同一局域网环境，即可在APP端实时预览画面，同时支持录像、拍照及参数调整等操控功能。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8"/>
          <a:srcRect l="0" r="0" t="0" b="0"/>
          <a:stretch>
            <a:fillRect/>
          </a:stretch>
        </p:blipFill>
        <p:spPr>
          <a:xfrm rot="0" flipH="false" flipV="false">
            <a:off x="4559300" y="1270000"/>
            <a:ext cx="2369820" cy="514032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rcRect l="0" r="0" t="0" b="0"/>
          <a:stretch>
            <a:fillRect/>
          </a:stretch>
        </p:blipFill>
        <p:spPr>
          <a:xfrm rot="0" flipH="false" flipV="false">
            <a:off x="9445625" y="1270000"/>
            <a:ext cx="2369185" cy="514032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头环数据清单</a:t>
            </a:r>
            <a:r>
              <a:rPr lang="en-US" b="true" i="false" strike="noStrike" u="none" sz="320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与SDK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06" flipH="false" flipV="false">
            <a:off x="508004" y="1136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563EB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525780" y="1080135"/>
            <a:ext cx="10346055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508000" y="2167255"/>
            <a:ext cx="7426325" cy="94170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316865" y="3361055"/>
            <a:ext cx="11176635" cy="916305"/>
          </a:xfrm>
          <a:prstGeom prst="roundRect">
            <a:avLst>
              <a:gd name="adj" fmla="val 0"/>
            </a:avLst>
          </a:prstGeom>
          <a:solidFill>
            <a:srgbClr val="EFF6FF">
              <a:alpha val="8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3171190"/>
            <a:ext cx="10346055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数据说明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Camera0为左摄像头，Camera1为右摄像头，Sensors为IMU数据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" y="1432878"/>
            <a:ext cx="266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数据清单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" y="4404359"/>
            <a:ext cx="266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SDK相关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08000" y="4975858"/>
            <a:ext cx="98044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发布地址：https://lcn81wdbgn2x.feishu.cn/drive/folder/OA97f8WSJlvc53d8LaKcBBidnTf?from=space_personal_filelist&amp;fromShareWithMeNew=1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SDK使用说明：</a:t>
            </a:r>
            <a:r>
              <a:rPr lang="en-US" b="false" i="false" strike="noStrike" u="none" sz="1600">
                <a:solidFill>
                  <a:srgbClr val="1456F0"/>
                </a:solidFill>
                <a:latin typeface="Noto Sans SC"/>
                <a:ea typeface="Noto Sans SC"/>
                <a:cs typeface="Noto Sans SC"/>
                <a:sym typeface="Noto Sans SC"/>
                <a:hlinkClick r:id="rId3" tooltip="https://lcn81wdbgn2x.feishu.cn/file/Y752bcaDpoaubuxnCoQc7fNynt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E2_HMD_SDK.html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升级系统--App控制升级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617720" y="301625"/>
            <a:ext cx="6680835" cy="587375"/>
          </a:xfrm>
          <a:prstGeom prst="roundRect">
            <a:avLst>
              <a:gd name="adj" fmla="val 50000"/>
            </a:avLst>
          </a:prstGeom>
          <a:solidFill>
            <a:srgbClr val="FFF7ED">
              <a:alpha val="100000"/>
            </a:srgbClr>
          </a:solidFill>
          <a:ln w="12700" cmpd="sng" cap="flat">
            <a:solidFill>
              <a:srgbClr val="FDBA74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4491990" y="762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4889500" y="381000"/>
            <a:ext cx="6327140" cy="42545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系统兼容说明：</a:t>
            </a:r>
            <a:r>
              <a:rPr lang="en-US" b="false" i="false" strike="noStrike" u="none" sz="1300">
                <a:solidFill>
                  <a:srgbClr val="431407"/>
                </a:solidFill>
                <a:latin typeface="Noto Sans SC"/>
                <a:ea typeface="Noto Sans SC"/>
                <a:cs typeface="Noto Sans SC"/>
                <a:sym typeface="Noto Sans SC"/>
              </a:rPr>
              <a:t>刷机只支持FAST32格式SD卡，请提前准备SD卡，其他格式可能导致刷机失败！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906" flipH="false" flipV="false">
            <a:off x="508004" y="1009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381000" y="1079500"/>
            <a:ext cx="5524500" cy="12065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12700" cmpd="sng" cap="flat">
            <a:solidFill>
              <a:srgbClr val="C4CCDD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81000" y="1079500"/>
            <a:ext cx="762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71500" y="1143000"/>
            <a:ext cx="5143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下载安装包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获取最新SgsUpgradeSD.bin刷机固件包,通过读卡器拷贝到SD卡根目录。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81000" y="2355850"/>
            <a:ext cx="5525135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mpd="sng" cap="flat">
            <a:solidFill>
              <a:srgbClr val="C0D0E6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81000" y="2355850"/>
            <a:ext cx="762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71500" y="2419350"/>
            <a:ext cx="482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SD卡插入设备、链接手机App</a:t>
            </a:r>
            <a:endParaRPr lang="en-US" sz="1100"/>
          </a:p>
          <a:p>
            <a:pPr algn="l" marL="0" indent="45720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手机App配置连接E2设备</a:t>
            </a:r>
          </a:p>
          <a:p>
            <a:pPr algn="l" marL="0" indent="45720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选择更多(“...”)的图标</a:t>
            </a:r>
          </a:p>
          <a:p>
            <a:pPr algn="l" marL="0" indent="45720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选择升级检测</a:t>
            </a:r>
          </a:p>
          <a:p>
            <a:pPr algn="l" marL="0" indent="45720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设备会提示升级完成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6135370" y="1003300"/>
            <a:ext cx="2637155" cy="5715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7956550" y="2869565"/>
            <a:ext cx="304165" cy="9321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>
              <a:alpha val="100000"/>
            </a:srgbClr>
          </a:solidFill>
          <a:ln w="25400" cap="flat">
            <a:solidFill>
              <a:srgbClr val="2F5597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9044940" y="1003300"/>
            <a:ext cx="2637155" cy="5715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9827260" y="3030220"/>
            <a:ext cx="304165" cy="9321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>
              <a:alpha val="100000"/>
            </a:srgbClr>
          </a:solidFill>
          <a:ln w="25400" cap="flat">
            <a:solidFill>
              <a:srgbClr val="2F5597">
                <a:alpha val="100000"/>
              </a:srgbClr>
            </a:solidFill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3906" flipH="false" flipV="false">
            <a:off x="508004" y="1009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381000" y="1079500"/>
            <a:ext cx="5524500" cy="12065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12700" cmpd="sng" cap="flat">
            <a:solidFill>
              <a:srgbClr val="C4CCDD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81000" y="1079500"/>
            <a:ext cx="762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" y="1143000"/>
            <a:ext cx="5143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下载安装包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获取最新SgsUpgradeSD.bin刷机固件包。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159500" y="1079500"/>
            <a:ext cx="5524500" cy="255143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w="12700" cmpd="sng" cap="flat">
            <a:solidFill>
              <a:srgbClr val="C4CCDD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159500" y="1079500"/>
            <a:ext cx="76200" cy="254381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447800"/>
            <a:ext cx="5143500" cy="212661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存入SD卡(仅支持FAT32的文件系统格式)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13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第一步：连接设备USB到PC，打开cmd或powershell终端;</a:t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第二步：输入: adb wait-for-device shell setprop system_adb_enable 1 临时开启ADB功能;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保持接线状态重启设备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第三步存入SD卡</a:t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方式1:通过PC端SD读卡器拷贝SgsUpgradeSD.bin到SD卡根目录后再插入设备;</a:t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方式2:	</a:t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输入: adb push SgsUpgradeSD.bin /customer/sd/ 并等待PUSH完成.</a:t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13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81000" y="2355850"/>
            <a:ext cx="5207000" cy="12065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12700" cmpd="sng" cap="flat">
            <a:solidFill>
              <a:srgbClr val="C0D0E6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81000" y="2355850"/>
            <a:ext cx="762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127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71500" y="2419350"/>
            <a:ext cx="482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 启动刷机升级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PC终端输入:adb shell "fw_setenv sdautoupgrade 1 &amp;&amp; reboot" 并等待刷机完成。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97890" y="3993747"/>
            <a:ext cx="10134600" cy="24638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508000" y="381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升级系统--命令升级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17720" y="301625"/>
            <a:ext cx="6680835" cy="587375"/>
          </a:xfrm>
          <a:prstGeom prst="roundRect">
            <a:avLst>
              <a:gd name="adj" fmla="val 50000"/>
            </a:avLst>
          </a:prstGeom>
          <a:solidFill>
            <a:srgbClr val="FFF7ED">
              <a:alpha val="100000"/>
            </a:srgbClr>
          </a:solidFill>
          <a:ln w="12700" cmpd="sng" cap="flat">
            <a:solidFill>
              <a:srgbClr val="FDBA74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4491990" y="762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889500" y="381000"/>
            <a:ext cx="6327140" cy="42545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vert="horz" wrap="square" lIns="0" rIns="0" tIns="0" bIns="0">
            <a:noAutofit/>
          </a:bodyPr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9A3412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系统兼容说明：</a:t>
            </a:r>
            <a:r>
              <a:rPr lang="en-US" b="false" i="false" strike="noStrike" u="none" sz="1300">
                <a:solidFill>
                  <a:srgbClr val="431407"/>
                </a:solidFill>
                <a:latin typeface="Noto Sans SC"/>
                <a:ea typeface="Noto Sans SC"/>
                <a:cs typeface="Noto Sans SC"/>
                <a:sym typeface="Noto Sans SC"/>
              </a:rPr>
              <a:t>刷机只支持FAST32格式SD卡，请提前准备SD卡，其他格式可能导致刷机失败！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